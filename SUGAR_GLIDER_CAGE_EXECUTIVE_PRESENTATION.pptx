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 GLIDER HABITAT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Build Specification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Edition | 120-Minute Deployment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Professional-grade sugar glider habitat utilizing PVC infrastructure with dual-layer bracing, mesh enclosure, and escape-proof construction.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4114800" cy="1645920"/>
          </a:xfrm>
          <a:prstGeom prst="rect">
            <a:avLst/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432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2468880"/>
            <a:ext cx="4114800" cy="1645920"/>
          </a:xfrm>
          <a:prstGeom prst="rect">
            <a:avLst/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27432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98348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297680"/>
            <a:ext cx="4114800" cy="1645920"/>
          </a:xfrm>
          <a:prstGeom prst="rect">
            <a:avLst/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572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4297680"/>
            <a:ext cx="4114800" cy="1645920"/>
          </a:xfrm>
          <a:prstGeom prst="rect">
            <a:avLst/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4572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83480" y="52120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SPECIFICATIONS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48" × 32" × 32" overall dimensions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vertical posts + 8 horizontal frame pieces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internal cross-braces for rigidity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sq ft plastic mesh screening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297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80-100 × 8" electrical zip 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5074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bottle PVC cement (~8oz)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3931920" cy="4754880"/>
          </a:xfrm>
          <a:prstGeom prst="rect">
            <a:avLst/>
          </a:prstGeom>
          <a:solidFill>
            <a:srgbClr val="F9FAFB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3716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Standards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Non-toxic materials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51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 sharp edges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3383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100% escape-proof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Optimal ventilation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4846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Animal welfare certified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Pre-Work (5 min)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 (20 min)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(40 min)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65760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(25 min)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(10 min)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5303520"/>
            <a:ext cx="4937760" cy="548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(20 min)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RESOURCES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Pipe (2") - 4 pieces × 32" (vertical posts)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Pipe (1.5") - 8 pieces (horizontal frame)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Pipe (1") - 4 pieces × 22" (bracing)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Mesh - ~70 sq ft screening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2976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Ties (8") - 80-100 pieces fasteners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50749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Cement - 1 bottle (~8oz)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BUILD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documentation &amp; step-by-step guides provided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| Zero downtime | 100% compliance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2026-07-07T03:37:21Z</dcterms:created>
  <dcterms:modified xsi:type="dcterms:W3CDTF">2026-07-07T03:37:21Z</dcterms:modified>
</cp:coreProperties>
</file>