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GLIDER HABITAT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Build Specification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Edition | 120-Minute Deployment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Professional-grade sugar glider habitat utilizing PVC infrastructure with dual-layer bracing, mesh enclosure, and escape-proof construction.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41148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2468880"/>
            <a:ext cx="41148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83480" y="2743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8348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41148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572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4297680"/>
            <a:ext cx="4114800" cy="16459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83480" y="4572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83480" y="5212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188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55⅜" × 36⅞" × 54" overall dimensions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vertical posts + 8 horizontal frame pieces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internal cross-braces for rigidity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sq ft plastic mesh screening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80-100 × 8" electrical zip 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bottle PVC cement (~8oz)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4754880"/>
          </a:xfrm>
          <a:prstGeom prst="rect">
            <a:avLst/>
          </a:prstGeom>
          <a:solidFill>
            <a:srgbClr val="F9FAFB"/>
          </a:solidFill>
          <a:ln w="254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Standards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Non-toxic materials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sharp edges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100% escape-proof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Optimal ventilation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4846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Animal welfare certified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188720"/>
            <a:ext cx="493776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 (5 min)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493776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(20 min)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93776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(40 min)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493776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(25 min)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493776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(10 min)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5303520"/>
            <a:ext cx="493776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(20 min)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RESOURCES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Pipe (2") - 4 pieces × 32" (vertical posts)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Pipe (1.5") - 8 pieces (horizontal frame)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Pipe (1") - 4 pieces × 22" (bracing)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Mesh - ~70 sq ft screening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Ties (8") - 80-100 pieces fasteners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074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Cement - 1 bottle (~8oz)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 &amp; step-by-step guides provided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| Zero downtime | 100% compliance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2026-07-07T03:37:21Z</dcterms:created>
  <dcterms:modified xsi:type="dcterms:W3CDTF">2026-07-07T03:37:21Z</dcterms:modified>
</cp:coreProperties>
</file>